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81d79d672d4b1a" /><Relationship Type="http://schemas.openxmlformats.org/officeDocument/2006/relationships/extended-properties" Target="/docProps/app.xml" Id="R52c594c3faa848d6" /><Relationship Type="http://schemas.openxmlformats.org/officeDocument/2006/relationships/officeDocument" Target="/ppt/presentation.xml" Id="R450caacc5f0049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0665b4f4c94d90"/>
  </p:sldMasterIdLst>
  <p:notesMasterIdLst>
    <p:notesMasterId xmlns:r="http://schemas.openxmlformats.org/officeDocument/2006/relationships" r:id="R443dbce45944418f"/>
  </p:notesMasterIdLst>
  <p:sldIdLst>
    <p:sldId xmlns:r="http://schemas.openxmlformats.org/officeDocument/2006/relationships" id="256" r:id="R941ae0d72eff4f2e"/>
    <p:sldId xmlns:r="http://schemas.openxmlformats.org/officeDocument/2006/relationships" id="257" r:id="Re77b9977e9744c94"/>
    <p:sldId xmlns:r="http://schemas.openxmlformats.org/officeDocument/2006/relationships" id="258" r:id="R17b5b71085e946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b94edea82647a8" /><Relationship Type="http://schemas.openxmlformats.org/officeDocument/2006/relationships/slideMaster" Target="/ppt/slideMasters/slideMaster1.xml" Id="R9f0665b4f4c94d90" /><Relationship Type="http://schemas.openxmlformats.org/officeDocument/2006/relationships/notesMaster" Target="/ppt/notesMasters/notesMaster1.xml" Id="R443dbce45944418f" /><Relationship Type="http://schemas.openxmlformats.org/officeDocument/2006/relationships/presProps" Target="/ppt/presProps.xml" Id="R17882f8554c4443a" /><Relationship Type="http://schemas.openxmlformats.org/officeDocument/2006/relationships/tableStyles" Target="/ppt/tableStyles.xml" Id="R423b9f27d8914e81" /><Relationship Type="http://schemas.openxmlformats.org/officeDocument/2006/relationships/slide" Target="/ppt/slides/slide1.xml" Id="R941ae0d72eff4f2e" /><Relationship Type="http://schemas.openxmlformats.org/officeDocument/2006/relationships/slide" Target="/ppt/slides/slide2.xml" Id="Re77b9977e9744c94" /><Relationship Type="http://schemas.openxmlformats.org/officeDocument/2006/relationships/slide" Target="/ppt/slides/slide3.xml" Id="R17b5b71085e946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afc03b313b48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32a291ce2b4875" /><Relationship Type="http://schemas.openxmlformats.org/officeDocument/2006/relationships/notesMaster" Target="/ppt/notesMasters/notesMaster1.xml" Id="Rcc4fbfb98c6646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c9183d66f1400b" /><Relationship Type="http://schemas.openxmlformats.org/officeDocument/2006/relationships/notesMaster" Target="/ppt/notesMasters/notesMaster1.xml" Id="R034a6a2653d448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04d17fa4d94e1d" /><Relationship Type="http://schemas.openxmlformats.org/officeDocument/2006/relationships/notesMaster" Target="/ppt/notesMasters/notesMaster1.xml" Id="Rbae00db0eb754c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来源：analysis100/summary.json；冻结协议 protocol.json。各配置统一采用原题集前100题，其中80道可回答、20道拒答。A0/A1共享查询规划、查询变体融合与基础溯源。普通文本索引缺少期间字段，但表格请求保留时间过滤，部分表格题零召回；本轮不能作为充分调优的通用Dense算法比较。详见 plain_index_table_filter_audit.json。Dense另保留完整200题首次结果；Full与B2原200题输出保留，主表仅取同一前100题。制度题正确率为定义、范围列表、适用规则和阈值规则四类的合计正确率，作为补充分组；总体主评分仍包含全部共同题目。未执行人工事实复核；原评分器通过率不等于事实正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来源：analysis100/summary.json pairs；paired_differences.jsonl。配对题目 bootstrap 10000 次，固定随机种子。Full 条件贡献不等同独立模块贡献。计算对照 A4 的10道计算题最终上下文均只保留一个操作数，模型明确报告缺少另一操作数，不符合预定公平条件；A4→A5 是描述性结果，不能支持独立确定性计算消融或模型算术能力结论。详见 calculation_operand_context_audit.json。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来源：analysis100/summary.json by_type、运行时间与错误记录。环境偏离见 environment_deviations.jsonl：B2 开始阶段生产容器曾运行；首次中断按失败保留，延迟比较需谨慎。未经人工复核，事实错误率和有效语义拦截率不报告。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1f5556422a46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c0e9d07d4e42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aeface06741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8e4f78aa64d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be21a043347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6c0869c4142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B9B440-61D4-468E-99CA-5CDF199172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B63657F-2284-4C91-9297-0DA772C547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BA242A3-ECB7-4262-B838-231C8E1E0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C3573F-1475-4C90-B655-B986A2D0C6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D0E51E2-FC62-423A-B376-C47475D8C1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503B79B-7380-4080-AEA6-62FC2899A0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70B39F-6255-46AE-A075-7479B74EC0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C8FE0E5-60A9-4C15-990D-B82B769855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96F8F9-1660-4FC1-926E-6C8BC51A25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96B64C-A19D-45F5-9E16-C9CAC33FB4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3e67d1e3d44d7c" /><Relationship Type="http://schemas.openxmlformats.org/officeDocument/2006/relationships/slideLayout" Target="/ppt/slideLayouts/slideLayout1.xml" Id="R954c5d3e9eb3401b" /><Relationship Type="http://schemas.openxmlformats.org/officeDocument/2006/relationships/slideLayout" Target="/ppt/slideLayouts/slideLayout2.xml" Id="R33262ee047164815" /><Relationship Type="http://schemas.openxmlformats.org/officeDocument/2006/relationships/slideLayout" Target="/ppt/slideLayouts/slideLayout3.xml" Id="R16b18907b5734c85" /><Relationship Type="http://schemas.openxmlformats.org/officeDocument/2006/relationships/slideLayout" Target="/ppt/slideLayouts/slideLayout4.xml" Id="Rea12b1504f7c455d" /><Relationship Type="http://schemas.openxmlformats.org/officeDocument/2006/relationships/slideLayout" Target="/ppt/slideLayouts/slideLayout5.xml" Id="R65a86ca631f54cf2" /><Relationship Type="http://schemas.openxmlformats.org/officeDocument/2006/relationships/slideLayout" Target="/ppt/slideLayouts/slideLayout6.xml" Id="Re9c8107f12164e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4c5d3e9eb3401b"/>
    <p:sldLayoutId xmlns:r="http://schemas.openxmlformats.org/officeDocument/2006/relationships" id="2147483650" r:id="R33262ee047164815"/>
    <p:sldLayoutId xmlns:r="http://schemas.openxmlformats.org/officeDocument/2006/relationships" id="2147483651" r:id="R16b18907b5734c85"/>
    <p:sldLayoutId xmlns:r="http://schemas.openxmlformats.org/officeDocument/2006/relationships" id="2147483652" r:id="Rea12b1504f7c455d"/>
    <p:sldLayoutId xmlns:r="http://schemas.openxmlformats.org/officeDocument/2006/relationships" id="2147483653" r:id="R65a86ca631f54cf2"/>
    <p:sldLayoutId xmlns:r="http://schemas.openxmlformats.org/officeDocument/2006/relationships" id="2147483654" r:id="Re9c8107f12164e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44be3621204169" /><Relationship Type="http://schemas.openxmlformats.org/officeDocument/2006/relationships/notesSlide" Target="/ppt/notesSlides/notesSlide1.xml" Id="R517f305686c44d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4355c493174be9" /><Relationship Type="http://schemas.openxmlformats.org/officeDocument/2006/relationships/notesSlide" Target="/ppt/notesSlides/notesSlide2.xml" Id="Rbbf15214284145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70cd02063c41d5" /><Relationship Type="http://schemas.openxmlformats.org/officeDocument/2006/relationships/notesSlide" Target="/ppt/notesSlides/notesSlide3.xml" Id="R3b18961a08d24f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3910D-001E-4E82-A9C8-305FDFC9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消融实验：六级累加主实验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C6DB8-1467-423A-A0F4-DF0FDB43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2026-10-16 单轮消融，同一语料、模型、GPU 与上下文预算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F244B-BCAF-477F-B834-DB241FC97028}"/>
              </a:ext>
            </a:extLst>
          </p:cNvPr>
          <p:cNvGraphicFramePr/>
          <p:nvPr/>
        </p:nvGraphicFramePr>
        <p:xfrm>
          <a:off xmlns:a="http://schemas.openxmlformats.org/drawingml/2006/main" x="552450" y="1628775"/>
          <a:ext xmlns:a="http://schemas.openxmlformats.org/drawingml/2006/main" cx="110871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1866900"/>
                <a:gridCol w="2000250"/>
                <a:gridCol w="1524000"/>
                <a:gridCol w="1838325"/>
              </a:tblGrid>
              <a:tr h="4953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正确率（自动）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必需来源覆盖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误拒答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制度题正确率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Dense 文本基线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72.0%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69.4%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25.0%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92.9%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混合检索与重排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结构化索引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79.0%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85.6%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8.8%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75.0%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覆盖诊断与补证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监管语义校验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81.0%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90.6%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94.6%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ReguMate Full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80E90-9A96-4F84-862C-D006364E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53050"/>
            <a:ext cx="1108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95C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95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5CC4"/>
                </a:solidFill>
                <a:latin typeface="Microsoft YaHei"/>
                <a:ea typeface="Microsoft YaHei"/>
                <a:cs typeface="Microsoft YaHei"/>
              </a:rPr>
              <a:t>Full 正确率 89.0%，相比 Dense 基线变化 +17.0 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01F03-7048-475C-8C30-804070CC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固定同题集单轮观察，组合收益不可相加。文本基线的表格差异含过滤与定位能力；计算对照操作数保留不全，不能作独立归因。</a:t>
            </a:r>
          </a:p>
        </p:txBody>
      </p:sp>
    </p:spTree>
    <p:extLst>
      <p:ext uri="{BB962C8B-B14F-4D97-AF65-F5344CB8AC3E}">
        <p14:creationId xmlns:p14="http://schemas.microsoft.com/office/powerpoint/2010/main" val="594718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D4B54-AAAE-4E12-88E6-DDCB9324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消融实验：关键机制的配对对照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3B412-8E03-4BBD-8807-78736942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与 Full 配对比较，切分对照比较 A1 和 B3，仅改变原文切分边界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94E9D-9BE8-4648-86E4-4B72B0CC565C}"/>
              </a:ext>
            </a:extLst>
          </p:cNvPr>
          <p:cNvGraphicFramePr/>
          <p:nvPr/>
        </p:nvGraphicFramePr>
        <p:xfrm>
          <a:off xmlns:a="http://schemas.openxmlformats.org/drawingml/2006/main" x="552450" y="1628775"/>
          <a:ext xmlns:a="http://schemas.openxmlformats.org/drawingml/2006/main" cx="110871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000250"/>
                <a:gridCol w="2000250"/>
                <a:gridCol w="1524000"/>
                <a:gridCol w="2705100"/>
              </a:tblGrid>
              <a:tr h="4953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机制对照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前配置正确率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后配置正确率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净变化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95% 区间（pp）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CRAG-lite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87.0%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89.0%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+2.0 pp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-4.0 ～ 8.0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HyDE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 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-7.0 ～ 7.0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结构感知边界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59.0%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58.0%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-1.0 pp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-7.0 ～ 5.0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条款引用扩展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 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-6.0 ～ 6.0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监管语义校验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83.0%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89.0%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+6.0 pp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 ～ 13.0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计算链路（受限）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+8.0 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不作模块归因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81E9C-45E5-48BB-8B1F-F0A9567F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9725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95C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95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95CC4"/>
                </a:solidFill>
                <a:latin typeface="Microsoft YaHei"/>
                <a:ea typeface="Microsoft YaHei"/>
                <a:cs typeface="Microsoft YaHei"/>
              </a:rPr>
              <a:t>Full 中 CRAG-lite 补证率 24.0%；HyDE 触发率 1.0%。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6A298-14BA-49DA-AD9E-85E1CC54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29325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计算对照未保留完整操作数，不作模块归因。95% 区间仅反映题目抽样；未人工复核实际拦截量。</a:t>
            </a:r>
          </a:p>
        </p:txBody>
      </p:sp>
    </p:spTree>
    <p:extLst>
      <p:ext uri="{BB962C8B-B14F-4D97-AF65-F5344CB8AC3E}">
        <p14:creationId xmlns:p14="http://schemas.microsoft.com/office/powerpoint/2010/main" val="1560278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DD97E-0605-411F-9BAA-AF4BE2E0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消融实验：题型表现与运行代价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3C6FB-8438-4A46-99F0-7D426C05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同一批问题、同一评分口径，按题型比较正确率与运行代价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043AD-1BE0-41FB-9D02-03F70B7E44A1}"/>
              </a:ext>
            </a:extLst>
          </p:cNvPr>
          <p:cNvGraphicFramePr/>
          <p:nvPr/>
        </p:nvGraphicFramePr>
        <p:xfrm>
          <a:off xmlns:a="http://schemas.openxmlformats.org/drawingml/2006/main" x="552450" y="1514475"/>
          <a:ext xmlns:a="http://schemas.openxmlformats.org/drawingml/2006/main" cx="1108710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190750"/>
                <a:gridCol w="2381250"/>
                <a:gridCol w="2324100"/>
              </a:tblGrid>
              <a:tr h="4953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题型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Dense 文本基线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ReguMate Full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正确率变化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跨文档证据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75.0%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50.0%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-25.0 pp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事实与定义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-26.7 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拒答边界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85.0%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+15.0 pp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规则与适用范围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-10.0 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范围与列表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75.0%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87.5%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+12.5 pp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表格计算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+100.0 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表格查值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100.0%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+100.0 pp</a:t>
                      </a:r>
                    </a:p>
                  </a:txBody>
                  <a:tcPr marL="91440" marR="91440" marT="45720" marB="45720">
                    <a:solidFill>
                      <a:srgbClr val="F2F5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阈值规则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 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67563-E9FB-476F-82E0-12283479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62675"/>
            <a:ext cx="1108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95C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95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95CC4"/>
                </a:solidFill>
                <a:latin typeface="Microsoft YaHei"/>
                <a:ea typeface="Microsoft YaHei"/>
                <a:cs typeface="Microsoft YaHei"/>
              </a:rPr>
              <a:t>Full 延迟 P50 16.3 秒 / P95 83.9 秒；平均运行失败率 0.2%</a:t>
            </a:r>
          </a:p>
        </p:txBody>
      </p:sp>
    </p:spTree>
    <p:extLst>
      <p:ext uri="{BB962C8B-B14F-4D97-AF65-F5344CB8AC3E}">
        <p14:creationId xmlns:p14="http://schemas.microsoft.com/office/powerpoint/2010/main" val="1347253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2026-10-16T11:51:50.4680000Z</dcterms:created>
  <dcterms:modified xsi:type="dcterms:W3CDTF">2026-10-16T11:51:50.4680000Z</dcterms:modified>
</coreProperties>
</file>